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Sistema de Inferencia Multivariable para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Características Musicales mediante Inteligencia Artificial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Autor: Ing. Carlos Alberto Rivas Araque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Contexto: Plusyc Live SAS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El Problema de Negocio (MIR en Producción)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Dependencia operativa y económica de APIs de terceros (SaaS comerciales).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Curaduría manual inescalable frente a catálogos masivos (&gt;60.000 pistas).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Necesidad tecnológica: Desarrollar un sistema de Machine Learning in-house para predecir 13 variables acústicas y semánticas a partir del audio crudo.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Ventaja del Dataset y Extracción DSP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Uso de pistas completas (catálogo privado) para evitar pérdida de contexto armónico temporal, superando las limitaciones de FMA o GTZAN (recortes de 30s).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Extracción digital de señales (DSP) mediante Librosa y Essentia (ventanas de 64 ms).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Descriptores base: MFCC, centroide espectral, representaciones Chroma y perfiles de correlación Krumhansl/Temperley.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Arquitectura de Extracción Semántica y Reducción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Fusión de representaciones DSP con embeddings de Deep Learning (arquitectura CNN14 / PANNs).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El pipeline procesa ventanas temporales y aplica colapso estadístico (media, varianza, percentil 90) para mitigar secuencias de longitud variable.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Salida del pipeline: Un vector unidimensional masivo de 9.590 variables predictivas por canción.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[Dejar espacio aquí para insertar la Figura 3.1: Diagrama de bifurcación]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Mitigación de la Maldición de la Dimensionalidad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Preprocesamiento robusto: Recorte de umbrales de silencio (-60 dB) y Shifted Log Transformation para corregir sesgos extremos (ej. Loudness).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Pipeline de selección estricto sobre datos de entrenamiento (X_train): Filtro de varianza, cálculo de ganancia (Gain en GBDT) y descarte por colinealidad de Pearson (&gt;0.95).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Resultado: Reducción drástica del espacio predictivo (ej. de 9590 a 2140 variables para variables perceptibles).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Modelado Continuo: Perceptrón Multicapa (MLP)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Diseño superficial (3 capas ocultas) dado que la abstracción jerárquica ya fue resuelta por la red CNN14.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Predicción simultánea en rango [0,1] usando activación sigmoide en la capa de salida.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Estrategia de defensa en profundidad: Optimización AdamW, BatchNorm, Dropout agresivo y L2 para evitar memorización de ruido en etiquetas subjetivas humanas.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Se utilizó Huber Loss dada su robustez frente a valores atípicos en la curaduría.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Clasificación Compleja: LightGBM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Implementación de Gradient Boosting optimizado vía Optuna para manejar la alta densidad del espacio latente.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Manejo nativo del desbalance extremo de clases mediante ponderación de pesos (class_weight='balanced').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Configuración de Early Stopping estricto para frenar el crecimiento asimétrico en la clasificación de 197 géneros musicales.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Desempeño en Características Perceptibles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El modelo MLP alcanzó un R² global de 0.8152.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Hallazgo crítico: La inferencia de Speechiness y Liveness es matemáticamente inviable usando solo DSP. La inclusión de los embeddings de PANNs fue mandatoria para capturar el contexto semántico.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Las representaciones semánticas (PANNs) dominan la proporción de información, conformando más del 70% de las variables seleccionadas por los modelos finales.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El Fracaso del ML frente al 'Octave Error'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Los algoritmos de regresión fallaron al estimar el Tempo debido a ambigüedades en las etiquetas (relaciones uno-a-muchos).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El error de octava (etiquetar 60 BPM en audios acústicamente idénticos a 120 BPM) colapsa la minimización del error cuadrático, forzando predicciones intermedias (90 BPM).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Solución de ingeniería: Implementación del extractor directo de Essentia, logrando un 92.4% de accuracy al integrar proporciones métricas toleradas.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[Insertar gráfico de multiplicidad lineal del tempo aquí]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Predicción de Key &amp; Mode y Modelado Diatónico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Clasificación conjunta (24 clases) logrando un accuracy top-3 del 86.7%.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Cuantificación del error: El algoritmo modela perfectamente la teoría musical subyacente. Sus equivocaciones no son aleatorias.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El 89.4% de todas las predicciones recaen estrictamente dentro del campo armónico diatónico de la tonalidad real (Exacta + Relativa + Dominante + 2da/3ra).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Para ambientación comercial en Plusyc, un error de 'tonalidad relativa' genera transiciones acústicas fluidas e imperceptibles.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Arquitectura de Integración (MLOps Básico)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El modelo fue contenedorizado (Docker) y expuesto mediante una API RESTful asíncrona (FastAPI).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Despliegue ejecutado en Oracle Cloud Infrastructure (OCI), orquestado por la herramienta interna Beethoven.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Decisión técnica vital: Restricción estricta de hilos a nivel C++ (OMP_NUM_THREADS=1) para evitar deadlocks por saturación de CPU durante la extracción paralela de matrices de audio.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Trabajo Futuro y Evolución del 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Orquestación: Automatizar el reentrenamiento mediante Airflow e integrar MLflow para registro de modelos, versionado semántico y rollback.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Arquitecturas Jerárquicas: Implementar Multi-Task Learning para garantizar matemáticamente la coherencia entre Primary Mood y Secondary Mood.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Conclusión: El proyecto demuestra que la ingeniería de variables (DSP + Deep Embeddings) combinada con algoritmos tradicionales eficientes mantiene absoluta vigencia industrial.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2026-05-31T01:37:47Z</dcterms:created>
  <dcterms:modified xsi:type="dcterms:W3CDTF">2026-05-31T01:37:47Z</dcterms:modified>
</cp:coreProperties>
</file>